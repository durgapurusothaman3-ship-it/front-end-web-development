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ichroma" charset="1" panose="00000000000000000000"/>
      <p:regular r:id="rId10"/>
    </p:embeddedFont>
    <p:embeddedFont>
      <p:font typeface="Clear Sans" charset="1" panose="020B05030302020203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6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249" y="2833037"/>
            <a:ext cx="12005621" cy="334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1000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DIGITAL          CLOCK             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64578" y="8295702"/>
            <a:ext cx="6294722" cy="96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90"/>
              </a:lnSpc>
              <a:spcBef>
                <a:spcPct val="0"/>
              </a:spcBef>
            </a:pPr>
            <a:r>
              <a:rPr lang="en-US" sz="5707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BY:P.DURGA DEVI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6296">
            <a:off x="-4076719" y="-2686299"/>
            <a:ext cx="8760196" cy="8850507"/>
          </a:xfrm>
          <a:custGeom>
            <a:avLst/>
            <a:gdLst/>
            <a:ahLst/>
            <a:cxnLst/>
            <a:rect r="r" b="b" t="t" l="l"/>
            <a:pathLst>
              <a:path h="8850507" w="8760196">
                <a:moveTo>
                  <a:pt x="0" y="0"/>
                </a:moveTo>
                <a:lnTo>
                  <a:pt x="8760196" y="0"/>
                </a:lnTo>
                <a:lnTo>
                  <a:pt x="8760196" y="8850507"/>
                </a:lnTo>
                <a:lnTo>
                  <a:pt x="0" y="885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97768" y="570705"/>
            <a:ext cx="9287823" cy="9145589"/>
          </a:xfrm>
          <a:custGeom>
            <a:avLst/>
            <a:gdLst/>
            <a:ahLst/>
            <a:cxnLst/>
            <a:rect r="r" b="b" t="t" l="l"/>
            <a:pathLst>
              <a:path h="9145589" w="9287823">
                <a:moveTo>
                  <a:pt x="0" y="0"/>
                </a:moveTo>
                <a:lnTo>
                  <a:pt x="9287822" y="0"/>
                </a:lnTo>
                <a:lnTo>
                  <a:pt x="9287822" y="9145590"/>
                </a:lnTo>
                <a:lnTo>
                  <a:pt x="0" y="914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3465" y="1748480"/>
            <a:ext cx="4474101" cy="107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7199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CODE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-5381029" y="-4052323"/>
            <a:ext cx="8760196" cy="8850507"/>
          </a:xfrm>
          <a:custGeom>
            <a:avLst/>
            <a:gdLst/>
            <a:ahLst/>
            <a:cxnLst/>
            <a:rect r="r" b="b" t="t" l="l"/>
            <a:pathLst>
              <a:path h="8850507" w="8760196">
                <a:moveTo>
                  <a:pt x="0" y="0"/>
                </a:moveTo>
                <a:lnTo>
                  <a:pt x="8760195" y="0"/>
                </a:lnTo>
                <a:lnTo>
                  <a:pt x="8760195" y="8850507"/>
                </a:lnTo>
                <a:lnTo>
                  <a:pt x="0" y="885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58480" y="1649023"/>
            <a:ext cx="6218628" cy="6988953"/>
          </a:xfrm>
          <a:custGeom>
            <a:avLst/>
            <a:gdLst/>
            <a:ahLst/>
            <a:cxnLst/>
            <a:rect r="r" b="b" t="t" l="l"/>
            <a:pathLst>
              <a:path h="6988953" w="6218628">
                <a:moveTo>
                  <a:pt x="0" y="0"/>
                </a:moveTo>
                <a:lnTo>
                  <a:pt x="6218627" y="0"/>
                </a:lnTo>
                <a:lnTo>
                  <a:pt x="6218627" y="6988954"/>
                </a:lnTo>
                <a:lnTo>
                  <a:pt x="0" y="6988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1282" y="4369118"/>
            <a:ext cx="5162529" cy="77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  <a:spcBef>
                <a:spcPct val="0"/>
              </a:spcBef>
            </a:pPr>
            <a:r>
              <a:rPr lang="en-US" sz="510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4804" y="6325294"/>
            <a:ext cx="19791454" cy="6027690"/>
          </a:xfrm>
          <a:custGeom>
            <a:avLst/>
            <a:gdLst/>
            <a:ahLst/>
            <a:cxnLst/>
            <a:rect r="r" b="b" t="t" l="l"/>
            <a:pathLst>
              <a:path h="6027690" w="19791454">
                <a:moveTo>
                  <a:pt x="0" y="0"/>
                </a:moveTo>
                <a:lnTo>
                  <a:pt x="19791454" y="0"/>
                </a:lnTo>
                <a:lnTo>
                  <a:pt x="19791454" y="6027691"/>
                </a:lnTo>
                <a:lnTo>
                  <a:pt x="0" y="6027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058077">
            <a:off x="-3421612" y="-1985145"/>
            <a:ext cx="19791454" cy="6027690"/>
          </a:xfrm>
          <a:custGeom>
            <a:avLst/>
            <a:gdLst/>
            <a:ahLst/>
            <a:cxnLst/>
            <a:rect r="r" b="b" t="t" l="l"/>
            <a:pathLst>
              <a:path h="6027690" w="19791454">
                <a:moveTo>
                  <a:pt x="0" y="0"/>
                </a:moveTo>
                <a:lnTo>
                  <a:pt x="19791454" y="0"/>
                </a:lnTo>
                <a:lnTo>
                  <a:pt x="19791454" y="6027690"/>
                </a:lnTo>
                <a:lnTo>
                  <a:pt x="0" y="6027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9438" y="3319770"/>
            <a:ext cx="9397030" cy="365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2"/>
              </a:lnSpc>
              <a:spcBef>
                <a:spcPct val="0"/>
              </a:spcBef>
            </a:pPr>
            <a:r>
              <a:rPr lang="en-US" sz="12127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DAHFq8LuA_s</dc:identifier>
  <dcterms:modified xsi:type="dcterms:W3CDTF">2011-08-01T06:04:30Z</dcterms:modified>
  <cp:revision>1</cp:revision>
  <dc:title>Digital clock</dc:title>
</cp:coreProperties>
</file>