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0000000000000000000"/>
      <p:regular r:id="rId12"/>
    </p:embeddedFont>
    <p:embeddedFont>
      <p:font typeface="Poppins Semi-Bold" charset="1" panose="000007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61072" y="2247008"/>
            <a:ext cx="9565856" cy="219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54"/>
              </a:lnSpc>
              <a:spcBef>
                <a:spcPct val="0"/>
              </a:spcBef>
            </a:pPr>
            <a:r>
              <a:rPr lang="en-US" b="true" sz="1145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CALCULATOR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78181" y="8019971"/>
            <a:ext cx="9565856" cy="70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1"/>
              </a:lnSpc>
              <a:spcBef>
                <a:spcPct val="0"/>
              </a:spcBef>
            </a:pPr>
            <a:r>
              <a:rPr lang="en-US" b="true" sz="37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BY: P.Durga devi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190" y="547216"/>
            <a:ext cx="5722373" cy="9192567"/>
          </a:xfrm>
          <a:custGeom>
            <a:avLst/>
            <a:gdLst/>
            <a:ahLst/>
            <a:cxnLst/>
            <a:rect r="r" b="b" t="t" l="l"/>
            <a:pathLst>
              <a:path h="9192567" w="5722373">
                <a:moveTo>
                  <a:pt x="0" y="0"/>
                </a:moveTo>
                <a:lnTo>
                  <a:pt x="5722373" y="0"/>
                </a:lnTo>
                <a:lnTo>
                  <a:pt x="5722373" y="9192568"/>
                </a:lnTo>
                <a:lnTo>
                  <a:pt x="0" y="9192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40502" y="2169797"/>
            <a:ext cx="8422000" cy="7733123"/>
          </a:xfrm>
          <a:custGeom>
            <a:avLst/>
            <a:gdLst/>
            <a:ahLst/>
            <a:cxnLst/>
            <a:rect r="r" b="b" t="t" l="l"/>
            <a:pathLst>
              <a:path h="7733123" w="8422000">
                <a:moveTo>
                  <a:pt x="0" y="0"/>
                </a:moveTo>
                <a:lnTo>
                  <a:pt x="8422001" y="0"/>
                </a:lnTo>
                <a:lnTo>
                  <a:pt x="8422001" y="7733123"/>
                </a:lnTo>
                <a:lnTo>
                  <a:pt x="0" y="77331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4" r="0" b="-11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42336" y="528166"/>
            <a:ext cx="2803327" cy="122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7"/>
              </a:lnSpc>
              <a:spcBef>
                <a:spcPct val="0"/>
              </a:spcBef>
            </a:pPr>
            <a:r>
              <a:rPr lang="en-US" b="true" sz="79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255" y="384091"/>
            <a:ext cx="8640745" cy="9518818"/>
          </a:xfrm>
          <a:custGeom>
            <a:avLst/>
            <a:gdLst/>
            <a:ahLst/>
            <a:cxnLst/>
            <a:rect r="r" b="b" t="t" l="l"/>
            <a:pathLst>
              <a:path h="9518818" w="8640745">
                <a:moveTo>
                  <a:pt x="0" y="0"/>
                </a:moveTo>
                <a:lnTo>
                  <a:pt x="8640745" y="0"/>
                </a:lnTo>
                <a:lnTo>
                  <a:pt x="8640745" y="9518818"/>
                </a:lnTo>
                <a:lnTo>
                  <a:pt x="0" y="9518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55553" y="390100"/>
            <a:ext cx="6903747" cy="9506800"/>
          </a:xfrm>
          <a:custGeom>
            <a:avLst/>
            <a:gdLst/>
            <a:ahLst/>
            <a:cxnLst/>
            <a:rect r="r" b="b" t="t" l="l"/>
            <a:pathLst>
              <a:path h="9506800" w="6903747">
                <a:moveTo>
                  <a:pt x="0" y="0"/>
                </a:moveTo>
                <a:lnTo>
                  <a:pt x="6903747" y="0"/>
                </a:lnTo>
                <a:lnTo>
                  <a:pt x="6903747" y="9506800"/>
                </a:lnTo>
                <a:lnTo>
                  <a:pt x="0" y="9506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3486" y="2098366"/>
            <a:ext cx="10921029" cy="6090267"/>
          </a:xfrm>
          <a:custGeom>
            <a:avLst/>
            <a:gdLst/>
            <a:ahLst/>
            <a:cxnLst/>
            <a:rect r="r" b="b" t="t" l="l"/>
            <a:pathLst>
              <a:path h="6090267" w="10921029">
                <a:moveTo>
                  <a:pt x="0" y="0"/>
                </a:moveTo>
                <a:lnTo>
                  <a:pt x="10921028" y="0"/>
                </a:lnTo>
                <a:lnTo>
                  <a:pt x="10921028" y="6090268"/>
                </a:lnTo>
                <a:lnTo>
                  <a:pt x="0" y="609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07600"/>
            <a:ext cx="4712014" cy="4947279"/>
          </a:xfrm>
          <a:custGeom>
            <a:avLst/>
            <a:gdLst/>
            <a:ahLst/>
            <a:cxnLst/>
            <a:rect r="r" b="b" t="t" l="l"/>
            <a:pathLst>
              <a:path h="4947279" w="4712014">
                <a:moveTo>
                  <a:pt x="0" y="0"/>
                </a:moveTo>
                <a:lnTo>
                  <a:pt x="4712014" y="0"/>
                </a:lnTo>
                <a:lnTo>
                  <a:pt x="4712014" y="4947279"/>
                </a:lnTo>
                <a:lnTo>
                  <a:pt x="0" y="494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11345" y="3429229"/>
            <a:ext cx="4545409" cy="5104020"/>
          </a:xfrm>
          <a:custGeom>
            <a:avLst/>
            <a:gdLst/>
            <a:ahLst/>
            <a:cxnLst/>
            <a:rect r="r" b="b" t="t" l="l"/>
            <a:pathLst>
              <a:path h="5104020" w="4545409">
                <a:moveTo>
                  <a:pt x="0" y="0"/>
                </a:moveTo>
                <a:lnTo>
                  <a:pt x="4545410" y="0"/>
                </a:lnTo>
                <a:lnTo>
                  <a:pt x="4545410" y="5104021"/>
                </a:lnTo>
                <a:lnTo>
                  <a:pt x="0" y="5104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27386" y="3350858"/>
            <a:ext cx="4771934" cy="5104020"/>
          </a:xfrm>
          <a:custGeom>
            <a:avLst/>
            <a:gdLst/>
            <a:ahLst/>
            <a:cxnLst/>
            <a:rect r="r" b="b" t="t" l="l"/>
            <a:pathLst>
              <a:path h="5104020" w="4771934">
                <a:moveTo>
                  <a:pt x="0" y="0"/>
                </a:moveTo>
                <a:lnTo>
                  <a:pt x="4771934" y="0"/>
                </a:lnTo>
                <a:lnTo>
                  <a:pt x="4771934" y="5104021"/>
                </a:lnTo>
                <a:lnTo>
                  <a:pt x="0" y="5104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11345" y="1009650"/>
            <a:ext cx="3717740" cy="122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7"/>
              </a:lnSpc>
              <a:spcBef>
                <a:spcPct val="0"/>
              </a:spcBef>
            </a:pPr>
            <a:r>
              <a:rPr lang="en-US" b="true" sz="79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33487" y="3675501"/>
            <a:ext cx="11863101" cy="234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77"/>
              </a:lnSpc>
              <a:spcBef>
                <a:spcPct val="0"/>
              </a:spcBef>
            </a:pPr>
            <a:r>
              <a:rPr lang="en-US" b="true" sz="15113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DAHFoc4jFHE</dc:identifier>
  <dcterms:modified xsi:type="dcterms:W3CDTF">2011-08-01T06:04:30Z</dcterms:modified>
  <cp:revision>1</cp:revision>
  <dc:title>CALCULATOR</dc:title>
</cp:coreProperties>
</file>